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902075" cy="39020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45" autoAdjust="0"/>
    <p:restoredTop sz="94660"/>
  </p:normalViewPr>
  <p:slideViewPr>
    <p:cSldViewPr snapToGrid="0">
      <p:cViewPr varScale="1">
        <p:scale>
          <a:sx n="175" d="100"/>
          <a:sy n="175" d="100"/>
        </p:scale>
        <p:origin x="1757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656" y="638604"/>
            <a:ext cx="3316764" cy="1358500"/>
          </a:xfrm>
        </p:spPr>
        <p:txBody>
          <a:bodyPr anchor="b"/>
          <a:lstStyle>
            <a:lvl1pPr algn="ctr">
              <a:defRPr sz="25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7760" y="2049493"/>
            <a:ext cx="2926556" cy="942098"/>
          </a:xfrm>
        </p:spPr>
        <p:txBody>
          <a:bodyPr/>
          <a:lstStyle>
            <a:lvl1pPr marL="0" indent="0" algn="ctr">
              <a:buNone/>
              <a:defRPr sz="1024"/>
            </a:lvl1pPr>
            <a:lvl2pPr marL="195087" indent="0" algn="ctr">
              <a:buNone/>
              <a:defRPr sz="853"/>
            </a:lvl2pPr>
            <a:lvl3pPr marL="390174" indent="0" algn="ctr">
              <a:buNone/>
              <a:defRPr sz="768"/>
            </a:lvl3pPr>
            <a:lvl4pPr marL="585262" indent="0" algn="ctr">
              <a:buNone/>
              <a:defRPr sz="683"/>
            </a:lvl4pPr>
            <a:lvl5pPr marL="780349" indent="0" algn="ctr">
              <a:buNone/>
              <a:defRPr sz="683"/>
            </a:lvl5pPr>
            <a:lvl6pPr marL="975436" indent="0" algn="ctr">
              <a:buNone/>
              <a:defRPr sz="683"/>
            </a:lvl6pPr>
            <a:lvl7pPr marL="1170523" indent="0" algn="ctr">
              <a:buNone/>
              <a:defRPr sz="683"/>
            </a:lvl7pPr>
            <a:lvl8pPr marL="1365611" indent="0" algn="ctr">
              <a:buNone/>
              <a:defRPr sz="683"/>
            </a:lvl8pPr>
            <a:lvl9pPr marL="1560698" indent="0" algn="ctr">
              <a:buNone/>
              <a:defRPr sz="68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95E63-0920-4815-AE03-07F2BC5EC64B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D264-C637-4181-8554-018A8D1ECA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1358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95E63-0920-4815-AE03-07F2BC5EC64B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D264-C637-4181-8554-018A8D1ECA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8572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235" y="972810"/>
            <a:ext cx="3365540" cy="1623155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235" y="2611320"/>
            <a:ext cx="3365540" cy="853579"/>
          </a:xfrm>
        </p:spPr>
        <p:txBody>
          <a:bodyPr/>
          <a:lstStyle>
            <a:lvl1pPr marL="0" indent="0">
              <a:buNone/>
              <a:defRPr sz="1024">
                <a:solidFill>
                  <a:schemeClr val="tx1">
                    <a:tint val="82000"/>
                  </a:schemeClr>
                </a:solidFill>
              </a:defRPr>
            </a:lvl1pPr>
            <a:lvl2pPr marL="195087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2pPr>
            <a:lvl3pPr marL="390174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3pPr>
            <a:lvl4pPr marL="585262" indent="0">
              <a:buNone/>
              <a:defRPr sz="683">
                <a:solidFill>
                  <a:schemeClr val="tx1">
                    <a:tint val="82000"/>
                  </a:schemeClr>
                </a:solidFill>
              </a:defRPr>
            </a:lvl4pPr>
            <a:lvl5pPr marL="780349" indent="0">
              <a:buNone/>
              <a:defRPr sz="683">
                <a:solidFill>
                  <a:schemeClr val="tx1">
                    <a:tint val="82000"/>
                  </a:schemeClr>
                </a:solidFill>
              </a:defRPr>
            </a:lvl5pPr>
            <a:lvl6pPr marL="975436" indent="0">
              <a:buNone/>
              <a:defRPr sz="683">
                <a:solidFill>
                  <a:schemeClr val="tx1">
                    <a:tint val="82000"/>
                  </a:schemeClr>
                </a:solidFill>
              </a:defRPr>
            </a:lvl6pPr>
            <a:lvl7pPr marL="1170523" indent="0">
              <a:buNone/>
              <a:defRPr sz="683">
                <a:solidFill>
                  <a:schemeClr val="tx1">
                    <a:tint val="82000"/>
                  </a:schemeClr>
                </a:solidFill>
              </a:defRPr>
            </a:lvl7pPr>
            <a:lvl8pPr marL="1365611" indent="0">
              <a:buNone/>
              <a:defRPr sz="683">
                <a:solidFill>
                  <a:schemeClr val="tx1">
                    <a:tint val="82000"/>
                  </a:schemeClr>
                </a:solidFill>
              </a:defRPr>
            </a:lvl8pPr>
            <a:lvl9pPr marL="1560698" indent="0">
              <a:buNone/>
              <a:defRPr sz="68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95E63-0920-4815-AE03-07F2BC5EC64B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D264-C637-4181-8554-018A8D1ECA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7541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8268" y="1038747"/>
            <a:ext cx="1658382" cy="247583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75425" y="1038747"/>
            <a:ext cx="1658382" cy="247583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95E63-0920-4815-AE03-07F2BC5EC64B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D264-C637-4181-8554-018A8D1ECA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124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776" y="207750"/>
            <a:ext cx="3365540" cy="75422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8777" y="956550"/>
            <a:ext cx="1650760" cy="468791"/>
          </a:xfrm>
        </p:spPr>
        <p:txBody>
          <a:bodyPr anchor="b"/>
          <a:lstStyle>
            <a:lvl1pPr marL="0" indent="0">
              <a:buNone/>
              <a:defRPr sz="1024" b="1"/>
            </a:lvl1pPr>
            <a:lvl2pPr marL="195087" indent="0">
              <a:buNone/>
              <a:defRPr sz="853" b="1"/>
            </a:lvl2pPr>
            <a:lvl3pPr marL="390174" indent="0">
              <a:buNone/>
              <a:defRPr sz="768" b="1"/>
            </a:lvl3pPr>
            <a:lvl4pPr marL="585262" indent="0">
              <a:buNone/>
              <a:defRPr sz="683" b="1"/>
            </a:lvl4pPr>
            <a:lvl5pPr marL="780349" indent="0">
              <a:buNone/>
              <a:defRPr sz="683" b="1"/>
            </a:lvl5pPr>
            <a:lvl6pPr marL="975436" indent="0">
              <a:buNone/>
              <a:defRPr sz="683" b="1"/>
            </a:lvl6pPr>
            <a:lvl7pPr marL="1170523" indent="0">
              <a:buNone/>
              <a:defRPr sz="683" b="1"/>
            </a:lvl7pPr>
            <a:lvl8pPr marL="1365611" indent="0">
              <a:buNone/>
              <a:defRPr sz="683" b="1"/>
            </a:lvl8pPr>
            <a:lvl9pPr marL="1560698" indent="0">
              <a:buNone/>
              <a:defRPr sz="68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8777" y="1425341"/>
            <a:ext cx="1650760" cy="209646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75426" y="956550"/>
            <a:ext cx="1658890" cy="468791"/>
          </a:xfrm>
        </p:spPr>
        <p:txBody>
          <a:bodyPr anchor="b"/>
          <a:lstStyle>
            <a:lvl1pPr marL="0" indent="0">
              <a:buNone/>
              <a:defRPr sz="1024" b="1"/>
            </a:lvl1pPr>
            <a:lvl2pPr marL="195087" indent="0">
              <a:buNone/>
              <a:defRPr sz="853" b="1"/>
            </a:lvl2pPr>
            <a:lvl3pPr marL="390174" indent="0">
              <a:buNone/>
              <a:defRPr sz="768" b="1"/>
            </a:lvl3pPr>
            <a:lvl4pPr marL="585262" indent="0">
              <a:buNone/>
              <a:defRPr sz="683" b="1"/>
            </a:lvl4pPr>
            <a:lvl5pPr marL="780349" indent="0">
              <a:buNone/>
              <a:defRPr sz="683" b="1"/>
            </a:lvl5pPr>
            <a:lvl6pPr marL="975436" indent="0">
              <a:buNone/>
              <a:defRPr sz="683" b="1"/>
            </a:lvl6pPr>
            <a:lvl7pPr marL="1170523" indent="0">
              <a:buNone/>
              <a:defRPr sz="683" b="1"/>
            </a:lvl7pPr>
            <a:lvl8pPr marL="1365611" indent="0">
              <a:buNone/>
              <a:defRPr sz="683" b="1"/>
            </a:lvl8pPr>
            <a:lvl9pPr marL="1560698" indent="0">
              <a:buNone/>
              <a:defRPr sz="68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75426" y="1425341"/>
            <a:ext cx="1658890" cy="209646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95E63-0920-4815-AE03-07F2BC5EC64B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D264-C637-4181-8554-018A8D1ECA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1020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95E63-0920-4815-AE03-07F2BC5EC64B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D264-C637-4181-8554-018A8D1ECA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544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95E63-0920-4815-AE03-07F2BC5EC64B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D264-C637-4181-8554-018A8D1ECA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1289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776" y="260138"/>
            <a:ext cx="1258521" cy="910484"/>
          </a:xfrm>
        </p:spPr>
        <p:txBody>
          <a:bodyPr anchor="b"/>
          <a:lstStyle>
            <a:lvl1pPr>
              <a:defRPr sz="136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8890" y="561828"/>
            <a:ext cx="1975425" cy="2773002"/>
          </a:xfrm>
        </p:spPr>
        <p:txBody>
          <a:bodyPr/>
          <a:lstStyle>
            <a:lvl1pPr>
              <a:defRPr sz="1365"/>
            </a:lvl1pPr>
            <a:lvl2pPr>
              <a:defRPr sz="1195"/>
            </a:lvl2pPr>
            <a:lvl3pPr>
              <a:defRPr sz="1024"/>
            </a:lvl3pPr>
            <a:lvl4pPr>
              <a:defRPr sz="853"/>
            </a:lvl4pPr>
            <a:lvl5pPr>
              <a:defRPr sz="853"/>
            </a:lvl5pPr>
            <a:lvl6pPr>
              <a:defRPr sz="853"/>
            </a:lvl6pPr>
            <a:lvl7pPr>
              <a:defRPr sz="853"/>
            </a:lvl7pPr>
            <a:lvl8pPr>
              <a:defRPr sz="853"/>
            </a:lvl8pPr>
            <a:lvl9pPr>
              <a:defRPr sz="853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776" y="1170622"/>
            <a:ext cx="1258521" cy="2168723"/>
          </a:xfrm>
        </p:spPr>
        <p:txBody>
          <a:bodyPr/>
          <a:lstStyle>
            <a:lvl1pPr marL="0" indent="0">
              <a:buNone/>
              <a:defRPr sz="683"/>
            </a:lvl1pPr>
            <a:lvl2pPr marL="195087" indent="0">
              <a:buNone/>
              <a:defRPr sz="597"/>
            </a:lvl2pPr>
            <a:lvl3pPr marL="390174" indent="0">
              <a:buNone/>
              <a:defRPr sz="512"/>
            </a:lvl3pPr>
            <a:lvl4pPr marL="585262" indent="0">
              <a:buNone/>
              <a:defRPr sz="427"/>
            </a:lvl4pPr>
            <a:lvl5pPr marL="780349" indent="0">
              <a:buNone/>
              <a:defRPr sz="427"/>
            </a:lvl5pPr>
            <a:lvl6pPr marL="975436" indent="0">
              <a:buNone/>
              <a:defRPr sz="427"/>
            </a:lvl6pPr>
            <a:lvl7pPr marL="1170523" indent="0">
              <a:buNone/>
              <a:defRPr sz="427"/>
            </a:lvl7pPr>
            <a:lvl8pPr marL="1365611" indent="0">
              <a:buNone/>
              <a:defRPr sz="427"/>
            </a:lvl8pPr>
            <a:lvl9pPr marL="1560698" indent="0">
              <a:buNone/>
              <a:defRPr sz="42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95E63-0920-4815-AE03-07F2BC5EC64B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D264-C637-4181-8554-018A8D1ECA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5810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776" y="260138"/>
            <a:ext cx="1258521" cy="910484"/>
          </a:xfrm>
        </p:spPr>
        <p:txBody>
          <a:bodyPr anchor="b"/>
          <a:lstStyle>
            <a:lvl1pPr>
              <a:defRPr sz="136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58890" y="561828"/>
            <a:ext cx="1975425" cy="2773002"/>
          </a:xfrm>
        </p:spPr>
        <p:txBody>
          <a:bodyPr anchor="t"/>
          <a:lstStyle>
            <a:lvl1pPr marL="0" indent="0">
              <a:buNone/>
              <a:defRPr sz="1365"/>
            </a:lvl1pPr>
            <a:lvl2pPr marL="195087" indent="0">
              <a:buNone/>
              <a:defRPr sz="1195"/>
            </a:lvl2pPr>
            <a:lvl3pPr marL="390174" indent="0">
              <a:buNone/>
              <a:defRPr sz="1024"/>
            </a:lvl3pPr>
            <a:lvl4pPr marL="585262" indent="0">
              <a:buNone/>
              <a:defRPr sz="853"/>
            </a:lvl4pPr>
            <a:lvl5pPr marL="780349" indent="0">
              <a:buNone/>
              <a:defRPr sz="853"/>
            </a:lvl5pPr>
            <a:lvl6pPr marL="975436" indent="0">
              <a:buNone/>
              <a:defRPr sz="853"/>
            </a:lvl6pPr>
            <a:lvl7pPr marL="1170523" indent="0">
              <a:buNone/>
              <a:defRPr sz="853"/>
            </a:lvl7pPr>
            <a:lvl8pPr marL="1365611" indent="0">
              <a:buNone/>
              <a:defRPr sz="853"/>
            </a:lvl8pPr>
            <a:lvl9pPr marL="1560698" indent="0">
              <a:buNone/>
              <a:defRPr sz="853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776" y="1170622"/>
            <a:ext cx="1258521" cy="2168723"/>
          </a:xfrm>
        </p:spPr>
        <p:txBody>
          <a:bodyPr/>
          <a:lstStyle>
            <a:lvl1pPr marL="0" indent="0">
              <a:buNone/>
              <a:defRPr sz="683"/>
            </a:lvl1pPr>
            <a:lvl2pPr marL="195087" indent="0">
              <a:buNone/>
              <a:defRPr sz="597"/>
            </a:lvl2pPr>
            <a:lvl3pPr marL="390174" indent="0">
              <a:buNone/>
              <a:defRPr sz="512"/>
            </a:lvl3pPr>
            <a:lvl4pPr marL="585262" indent="0">
              <a:buNone/>
              <a:defRPr sz="427"/>
            </a:lvl4pPr>
            <a:lvl5pPr marL="780349" indent="0">
              <a:buNone/>
              <a:defRPr sz="427"/>
            </a:lvl5pPr>
            <a:lvl6pPr marL="975436" indent="0">
              <a:buNone/>
              <a:defRPr sz="427"/>
            </a:lvl6pPr>
            <a:lvl7pPr marL="1170523" indent="0">
              <a:buNone/>
              <a:defRPr sz="427"/>
            </a:lvl7pPr>
            <a:lvl8pPr marL="1365611" indent="0">
              <a:buNone/>
              <a:defRPr sz="427"/>
            </a:lvl8pPr>
            <a:lvl9pPr marL="1560698" indent="0">
              <a:buNone/>
              <a:defRPr sz="42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95E63-0920-4815-AE03-07F2BC5EC64B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D264-C637-4181-8554-018A8D1ECA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2923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95E63-0920-4815-AE03-07F2BC5EC64B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D264-C637-4181-8554-018A8D1ECA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8401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92423" y="207749"/>
            <a:ext cx="841385" cy="330682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8268" y="207749"/>
            <a:ext cx="2475379" cy="330682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95E63-0920-4815-AE03-07F2BC5EC64B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D264-C637-4181-8554-018A8D1ECA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9312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8268" y="207750"/>
            <a:ext cx="3365540" cy="7542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8268" y="1038747"/>
            <a:ext cx="3365540" cy="2475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8268" y="3616646"/>
            <a:ext cx="877967" cy="2077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995E63-0920-4815-AE03-07F2BC5EC64B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2563" y="3616646"/>
            <a:ext cx="1316950" cy="2077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55840" y="3616646"/>
            <a:ext cx="877967" cy="2077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CD264-C637-4181-8554-018A8D1ECA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896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90174" rtl="0" eaLnBrk="1" latinLnBrk="0" hangingPunct="1">
        <a:lnSpc>
          <a:spcPct val="90000"/>
        </a:lnSpc>
        <a:spcBef>
          <a:spcPct val="0"/>
        </a:spcBef>
        <a:buNone/>
        <a:defRPr kumimoji="1" sz="18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7544" indent="-97544" algn="l" defTabSz="390174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kumimoji="1" sz="1195" kern="1200">
          <a:solidFill>
            <a:schemeClr val="tx1"/>
          </a:solidFill>
          <a:latin typeface="+mn-lt"/>
          <a:ea typeface="+mn-ea"/>
          <a:cs typeface="+mn-cs"/>
        </a:defRPr>
      </a:lvl1pPr>
      <a:lvl2pPr marL="292631" indent="-97544" algn="l" defTabSz="390174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kumimoji="1" sz="1024" kern="1200">
          <a:solidFill>
            <a:schemeClr val="tx1"/>
          </a:solidFill>
          <a:latin typeface="+mn-lt"/>
          <a:ea typeface="+mn-ea"/>
          <a:cs typeface="+mn-cs"/>
        </a:defRPr>
      </a:lvl2pPr>
      <a:lvl3pPr marL="487718" indent="-97544" algn="l" defTabSz="390174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kumimoji="1" sz="853" kern="1200">
          <a:solidFill>
            <a:schemeClr val="tx1"/>
          </a:solidFill>
          <a:latin typeface="+mn-lt"/>
          <a:ea typeface="+mn-ea"/>
          <a:cs typeface="+mn-cs"/>
        </a:defRPr>
      </a:lvl3pPr>
      <a:lvl4pPr marL="682805" indent="-97544" algn="l" defTabSz="390174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kumimoji="1" sz="768" kern="1200">
          <a:solidFill>
            <a:schemeClr val="tx1"/>
          </a:solidFill>
          <a:latin typeface="+mn-lt"/>
          <a:ea typeface="+mn-ea"/>
          <a:cs typeface="+mn-cs"/>
        </a:defRPr>
      </a:lvl4pPr>
      <a:lvl5pPr marL="877893" indent="-97544" algn="l" defTabSz="390174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kumimoji="1" sz="768" kern="1200">
          <a:solidFill>
            <a:schemeClr val="tx1"/>
          </a:solidFill>
          <a:latin typeface="+mn-lt"/>
          <a:ea typeface="+mn-ea"/>
          <a:cs typeface="+mn-cs"/>
        </a:defRPr>
      </a:lvl5pPr>
      <a:lvl6pPr marL="1072980" indent="-97544" algn="l" defTabSz="390174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kumimoji="1" sz="768" kern="1200">
          <a:solidFill>
            <a:schemeClr val="tx1"/>
          </a:solidFill>
          <a:latin typeface="+mn-lt"/>
          <a:ea typeface="+mn-ea"/>
          <a:cs typeface="+mn-cs"/>
        </a:defRPr>
      </a:lvl6pPr>
      <a:lvl7pPr marL="1268067" indent="-97544" algn="l" defTabSz="390174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kumimoji="1" sz="768" kern="1200">
          <a:solidFill>
            <a:schemeClr val="tx1"/>
          </a:solidFill>
          <a:latin typeface="+mn-lt"/>
          <a:ea typeface="+mn-ea"/>
          <a:cs typeface="+mn-cs"/>
        </a:defRPr>
      </a:lvl7pPr>
      <a:lvl8pPr marL="1463154" indent="-97544" algn="l" defTabSz="390174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kumimoji="1" sz="768" kern="1200">
          <a:solidFill>
            <a:schemeClr val="tx1"/>
          </a:solidFill>
          <a:latin typeface="+mn-lt"/>
          <a:ea typeface="+mn-ea"/>
          <a:cs typeface="+mn-cs"/>
        </a:defRPr>
      </a:lvl8pPr>
      <a:lvl9pPr marL="1658242" indent="-97544" algn="l" defTabSz="390174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kumimoji="1" sz="7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90174" rtl="0" eaLnBrk="1" latinLnBrk="0" hangingPunct="1">
        <a:defRPr kumimoji="1" sz="768" kern="1200">
          <a:solidFill>
            <a:schemeClr val="tx1"/>
          </a:solidFill>
          <a:latin typeface="+mn-lt"/>
          <a:ea typeface="+mn-ea"/>
          <a:cs typeface="+mn-cs"/>
        </a:defRPr>
      </a:lvl1pPr>
      <a:lvl2pPr marL="195087" algn="l" defTabSz="390174" rtl="0" eaLnBrk="1" latinLnBrk="0" hangingPunct="1">
        <a:defRPr kumimoji="1" sz="768" kern="1200">
          <a:solidFill>
            <a:schemeClr val="tx1"/>
          </a:solidFill>
          <a:latin typeface="+mn-lt"/>
          <a:ea typeface="+mn-ea"/>
          <a:cs typeface="+mn-cs"/>
        </a:defRPr>
      </a:lvl2pPr>
      <a:lvl3pPr marL="390174" algn="l" defTabSz="390174" rtl="0" eaLnBrk="1" latinLnBrk="0" hangingPunct="1">
        <a:defRPr kumimoji="1" sz="768" kern="1200">
          <a:solidFill>
            <a:schemeClr val="tx1"/>
          </a:solidFill>
          <a:latin typeface="+mn-lt"/>
          <a:ea typeface="+mn-ea"/>
          <a:cs typeface="+mn-cs"/>
        </a:defRPr>
      </a:lvl3pPr>
      <a:lvl4pPr marL="585262" algn="l" defTabSz="390174" rtl="0" eaLnBrk="1" latinLnBrk="0" hangingPunct="1">
        <a:defRPr kumimoji="1" sz="768" kern="1200">
          <a:solidFill>
            <a:schemeClr val="tx1"/>
          </a:solidFill>
          <a:latin typeface="+mn-lt"/>
          <a:ea typeface="+mn-ea"/>
          <a:cs typeface="+mn-cs"/>
        </a:defRPr>
      </a:lvl4pPr>
      <a:lvl5pPr marL="780349" algn="l" defTabSz="390174" rtl="0" eaLnBrk="1" latinLnBrk="0" hangingPunct="1">
        <a:defRPr kumimoji="1" sz="768" kern="1200">
          <a:solidFill>
            <a:schemeClr val="tx1"/>
          </a:solidFill>
          <a:latin typeface="+mn-lt"/>
          <a:ea typeface="+mn-ea"/>
          <a:cs typeface="+mn-cs"/>
        </a:defRPr>
      </a:lvl5pPr>
      <a:lvl6pPr marL="975436" algn="l" defTabSz="390174" rtl="0" eaLnBrk="1" latinLnBrk="0" hangingPunct="1">
        <a:defRPr kumimoji="1" sz="768" kern="1200">
          <a:solidFill>
            <a:schemeClr val="tx1"/>
          </a:solidFill>
          <a:latin typeface="+mn-lt"/>
          <a:ea typeface="+mn-ea"/>
          <a:cs typeface="+mn-cs"/>
        </a:defRPr>
      </a:lvl6pPr>
      <a:lvl7pPr marL="1170523" algn="l" defTabSz="390174" rtl="0" eaLnBrk="1" latinLnBrk="0" hangingPunct="1">
        <a:defRPr kumimoji="1" sz="768" kern="1200">
          <a:solidFill>
            <a:schemeClr val="tx1"/>
          </a:solidFill>
          <a:latin typeface="+mn-lt"/>
          <a:ea typeface="+mn-ea"/>
          <a:cs typeface="+mn-cs"/>
        </a:defRPr>
      </a:lvl7pPr>
      <a:lvl8pPr marL="1365611" algn="l" defTabSz="390174" rtl="0" eaLnBrk="1" latinLnBrk="0" hangingPunct="1">
        <a:defRPr kumimoji="1" sz="768" kern="1200">
          <a:solidFill>
            <a:schemeClr val="tx1"/>
          </a:solidFill>
          <a:latin typeface="+mn-lt"/>
          <a:ea typeface="+mn-ea"/>
          <a:cs typeface="+mn-cs"/>
        </a:defRPr>
      </a:lvl8pPr>
      <a:lvl9pPr marL="1560698" algn="l" defTabSz="390174" rtl="0" eaLnBrk="1" latinLnBrk="0" hangingPunct="1">
        <a:defRPr kumimoji="1" sz="7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44F3830-4418-CC3C-539D-C8998077D201}"/>
              </a:ext>
            </a:extLst>
          </p:cNvPr>
          <p:cNvSpPr/>
          <p:nvPr/>
        </p:nvSpPr>
        <p:spPr>
          <a:xfrm>
            <a:off x="-1" y="0"/>
            <a:ext cx="3902075" cy="39372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字幕 2">
            <a:extLst>
              <a:ext uri="{FF2B5EF4-FFF2-40B4-BE49-F238E27FC236}">
                <a16:creationId xmlns:a16="http://schemas.microsoft.com/office/drawing/2014/main" id="{957B2DBF-949E-274C-0ED0-699B3BA2B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20475563">
            <a:off x="-1076361" y="2101955"/>
            <a:ext cx="6154168" cy="1333050"/>
          </a:xfrm>
        </p:spPr>
        <p:txBody>
          <a:bodyPr>
            <a:noAutofit/>
          </a:bodyPr>
          <a:lstStyle/>
          <a:p>
            <a:r>
              <a:rPr kumimoji="1" lang="en-US" altLang="ja-JP" sz="7200" dirty="0">
                <a:solidFill>
                  <a:schemeClr val="bg1"/>
                </a:solidFill>
                <a:latin typeface="Gloss And Bloom" pitchFamily="2" charset="0"/>
              </a:rPr>
              <a:t>WA</a:t>
            </a:r>
            <a:r>
              <a:rPr kumimoji="1" lang="en-US" altLang="ja-JP" sz="7200" dirty="0">
                <a:solidFill>
                  <a:srgbClr val="FF0000"/>
                </a:solidFill>
                <a:latin typeface="Gloss And Bloom" pitchFamily="2" charset="0"/>
              </a:rPr>
              <a:t>S</a:t>
            </a:r>
            <a:r>
              <a:rPr kumimoji="1" lang="en-US" altLang="ja-JP" sz="7200" dirty="0">
                <a:solidFill>
                  <a:schemeClr val="bg1"/>
                </a:solidFill>
                <a:latin typeface="Gloss And Bloom" pitchFamily="2" charset="0"/>
              </a:rPr>
              <a:t>ABI</a:t>
            </a:r>
            <a:endParaRPr kumimoji="1" lang="ja-JP" altLang="en-US" sz="7200" dirty="0">
              <a:solidFill>
                <a:schemeClr val="bg1"/>
              </a:solidFill>
              <a:latin typeface="Gloss And Bloom" pitchFamily="2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B9E702C-A15C-2F64-C7E8-2D347071D6C0}"/>
              </a:ext>
            </a:extLst>
          </p:cNvPr>
          <p:cNvSpPr txBox="1"/>
          <p:nvPr/>
        </p:nvSpPr>
        <p:spPr>
          <a:xfrm>
            <a:off x="-33668" y="52618"/>
            <a:ext cx="53221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000" dirty="0">
                <a:solidFill>
                  <a:schemeClr val="bg1"/>
                </a:solidFill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旬感</a:t>
            </a:r>
            <a:r>
              <a:rPr kumimoji="1" lang="en-US" altLang="ja-JP" sz="6000" dirty="0">
                <a:solidFill>
                  <a:schemeClr val="bg1"/>
                </a:solidFill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dining</a:t>
            </a:r>
            <a:endParaRPr kumimoji="1" lang="ja-JP" altLang="en-US" sz="6000" dirty="0">
              <a:solidFill>
                <a:schemeClr val="bg1"/>
              </a:solidFill>
              <a:latin typeface="AR P丸ゴシック体E" panose="020F0900000000000000" pitchFamily="50" charset="-128"/>
              <a:ea typeface="AR P丸ゴシック体E" panose="020F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65048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3</Words>
  <Application>Microsoft Office PowerPoint</Application>
  <PresentationFormat>ユーザー設定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AR P丸ゴシック体E</vt:lpstr>
      <vt:lpstr>Aptos</vt:lpstr>
      <vt:lpstr>Aptos Display</vt:lpstr>
      <vt:lpstr>Arial</vt:lpstr>
      <vt:lpstr>Gloss And Bloom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眞柄 賢一_舞鶴</dc:creator>
  <cp:lastModifiedBy>眞柄 賢一_舞鶴</cp:lastModifiedBy>
  <cp:revision>2</cp:revision>
  <dcterms:created xsi:type="dcterms:W3CDTF">2026-08-22T07:07:20Z</dcterms:created>
  <dcterms:modified xsi:type="dcterms:W3CDTF">2026-08-22T07:27:17Z</dcterms:modified>
</cp:coreProperties>
</file>