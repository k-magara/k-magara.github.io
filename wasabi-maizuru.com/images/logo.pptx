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A47F3E-0EF7-6008-A130-B905FE945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CFD0A40-5112-4231-ECEC-95E4BFC38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994AC4-BAF9-0AC9-90B3-56944B95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D3967A-8882-331E-3D1E-276F1CBC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FDE2AC-85BA-D41A-707D-D67F5F99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8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9913EC-DB89-B76B-7F9E-83D33130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BEA459-16FC-D7D4-500A-BBB511CA5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F86BD5-A00D-073A-0AE2-C1264010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69BB16-1AC5-7F2B-3721-A604C75D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0EBA43-4964-D0E1-4EEA-2DD08D2A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710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B98B3A-B1FC-3D67-06BD-4345B9C0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174035-BFA8-DCA8-FF1C-EF80BC65A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C49B2E-CF26-0A16-7D2A-56710E69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5A3289-E438-2964-130E-BDECB456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37261A-5A4B-14F9-53E1-AD08762C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18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17A1D-6CBE-F48A-8354-CAA3EE5B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658931-C2B5-DA50-D682-360343ACF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82DA21-7DBE-94D0-C9EC-0A0F3B915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9402C2-9D30-EA0B-0159-AED6FBE1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F3545F-D603-D1F3-122E-F1C3471F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4311A4-E7B4-A766-D95D-443C40BC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38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9B9BF3-2B15-A353-8FF9-96B0598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16934B-7930-D2BE-FD83-24813BA55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C58F96-7172-5466-F501-5E24C0BE4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F56CC9-1973-2E6C-DCB6-627E7041E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74B774-6B63-13B5-90C3-DC2507E55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B62930-4D02-7896-2E2B-65830CFA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19B91A-91D5-AB25-423C-CB0FECD5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54FC22-3DF9-B8F4-3D6E-7504A2DC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68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6CB962-3A80-DB58-81A6-28D84663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11248F-F4F8-B252-3B22-9E0B0C4C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475D69-4E1B-CB89-0341-363A141A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1D4A8B-71BA-39F0-D3D0-BA013223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93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169438-A900-E365-3583-7B2245D9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F55CD3-3180-6115-D927-03F23D41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A398D5-1923-4764-F66F-BF4C49F7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07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649A7-68DC-A6E7-1245-576CDE22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3AC2C5-4FE5-A9A9-7531-5D9AF556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D0286F-5A74-8A8A-EC0B-DB4F416F9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F0416A-C99D-DFFC-8B8F-FDCD75AB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C4AAE0-C72E-8203-7CB6-79A112E6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0938DA-3D97-C953-7B9A-BF62DA48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73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37BB19-3F84-2442-A031-0FE51BE7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CBEA666-ED89-E2AB-9F62-A4D2DFA8A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9A2F6C-3495-497B-7D52-51112977F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12BFC7-C9C1-3B74-7A57-EF44A658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95B952-2836-BBD2-000C-8E167A0E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45E533-4942-9AC8-1DA5-951CE294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20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B655C-09C2-252A-AFDF-90019384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7216F7-958B-84A5-3520-4A2098051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C61AE4-16DB-9AA5-8B34-A70AF6ED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ED7463-45A5-3C10-C26E-49927C2D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6922AB-E9D8-BE6F-1439-B830532E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478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6660C3A-E3AB-7815-ECAB-BE2827737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5EE98F-C417-35DF-123A-1B59EF4D4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AC517A-489B-005D-0D21-B490144C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A5CAE5-F5D1-6759-46FB-7D619797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160818-D69A-8437-3002-7C5CA400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31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20DBE8F-FCB4-17D1-4AAA-7AD4D8DD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68A6BF-5DC2-E3DA-0086-96B22FBC2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9934A3-2CB4-9AF0-6EC9-5F8E41195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DCA6F-A128-4171-A83E-225236CF620E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3837BE-1A56-1C53-F4D7-EA3E0031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520246-5350-267B-9381-D3FC73553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64D46-C2D7-4627-9917-CC181B8F97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2C3EC87-2664-931F-DA1D-9F27C520A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0475563">
            <a:off x="1567544" y="2363047"/>
            <a:ext cx="5537860" cy="1199552"/>
          </a:xfrm>
        </p:spPr>
        <p:txBody>
          <a:bodyPr>
            <a:noAutofit/>
          </a:bodyPr>
          <a:lstStyle/>
          <a:p>
            <a:r>
              <a:rPr kumimoji="1" lang="en-US" altLang="ja-JP" sz="9600" dirty="0">
                <a:solidFill>
                  <a:schemeClr val="bg1"/>
                </a:solidFill>
                <a:latin typeface="Gloss And Bloom" pitchFamily="2" charset="0"/>
              </a:rPr>
              <a:t>WA</a:t>
            </a:r>
            <a:r>
              <a:rPr kumimoji="1" lang="en-US" altLang="ja-JP" sz="9600" dirty="0">
                <a:solidFill>
                  <a:srgbClr val="FF0000"/>
                </a:solidFill>
                <a:latin typeface="Gloss And Bloom" pitchFamily="2" charset="0"/>
              </a:rPr>
              <a:t>S</a:t>
            </a:r>
            <a:r>
              <a:rPr kumimoji="1" lang="en-US" altLang="ja-JP" sz="9600" dirty="0">
                <a:solidFill>
                  <a:schemeClr val="bg1"/>
                </a:solidFill>
                <a:latin typeface="Gloss And Bloom" pitchFamily="2" charset="0"/>
              </a:rPr>
              <a:t>ABI</a:t>
            </a:r>
            <a:endParaRPr kumimoji="1" lang="ja-JP" altLang="en-US" sz="9600" dirty="0">
              <a:solidFill>
                <a:schemeClr val="bg1"/>
              </a:solidFill>
              <a:latin typeface="Gloss And Bloom" pitchFamily="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E9A243-3BDC-4FDC-6800-55B141535F48}"/>
              </a:ext>
            </a:extLst>
          </p:cNvPr>
          <p:cNvSpPr txBox="1"/>
          <p:nvPr/>
        </p:nvSpPr>
        <p:spPr>
          <a:xfrm>
            <a:off x="1027214" y="856047"/>
            <a:ext cx="53221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>
                <a:solidFill>
                  <a:schemeClr val="bg1"/>
                </a:solidFill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旬感</a:t>
            </a:r>
            <a:r>
              <a:rPr kumimoji="1" lang="en-US" altLang="ja-JP" sz="6000" dirty="0">
                <a:solidFill>
                  <a:schemeClr val="bg1"/>
                </a:solidFill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dining</a:t>
            </a:r>
            <a:endParaRPr kumimoji="1" lang="ja-JP" altLang="en-US" sz="6000" dirty="0">
              <a:solidFill>
                <a:schemeClr val="bg1"/>
              </a:solidFill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4024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 P丸ゴシック体E</vt:lpstr>
      <vt:lpstr>游ゴシック</vt:lpstr>
      <vt:lpstr>游ゴシック Light</vt:lpstr>
      <vt:lpstr>Arial</vt:lpstr>
      <vt:lpstr>Gloss And Bloom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眞柄 賢一_舞鶴</dc:creator>
  <cp:lastModifiedBy>眞柄 賢一_舞鶴</cp:lastModifiedBy>
  <cp:revision>2</cp:revision>
  <dcterms:created xsi:type="dcterms:W3CDTF">2026-08-17T23:59:19Z</dcterms:created>
  <dcterms:modified xsi:type="dcterms:W3CDTF">2026-08-18T00:09:43Z</dcterms:modified>
</cp:coreProperties>
</file>